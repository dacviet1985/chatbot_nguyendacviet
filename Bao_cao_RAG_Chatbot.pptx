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66CD9"/>
                </a:solidFill>
              </a:defRPr>
            </a:pPr>
            <a:r>
              <a:t>END-TO-END RAG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Trợ lý hỏi – đáp trên dữ liệu PDF/TXT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5394960" cy="292608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35607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Mục tiêu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288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Ingest tài liệu PDF/TXT vào vector database.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Trả lời grounded theo tài liệu với citation/source.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Có memory, cache, logging, evaluation và tool calling.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394960" cy="292608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35607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Công nghệ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8288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FastAPI + Streamlit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OpenAI LLM + OpenAI Embedding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FAISS / numpy fallback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PyPDF + pytest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Điểm nổi bật: citation, conversation memory, cache HIT/MISS, calculator tool, weather tool.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Phù hợp demo 3–5 phút và nộp cuối module.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Slide 1/5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66CD9"/>
                </a:solidFill>
              </a:defRPr>
            </a:pPr>
            <a:r>
              <a:t>Kiến trúc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Offline ingestion và online serving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394960" cy="3200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4416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Offline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PDF/TXT → Loader → Chunking → Embedding → Vector Store → Metadata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Chunk size = 800, overlap = 120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Manifest giúp tránh ingest lại khi dữ liệu không đổi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34440"/>
            <a:ext cx="5394960" cy="32004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34416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Online serving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User → Streamlit/FastAPI → Cache → Memory → Retriever → Prompt → LLM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Response gồm answer + sources + cached + tool_used + latency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Tool branch: calculator / weather chạy trước RAG khi phù hợp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Metadata chuẩn: source, page, chunk_id, document_id.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Hỗ trợ OpenAI thật và local fallback để test/demo.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Slide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66CD9"/>
                </a:solidFill>
              </a:defRPr>
            </a:pPr>
            <a:r>
              <a:t>Prompt template, retrieval và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Chống hallucination và hỗ trợ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Prompt yêu cầu chỉ dùng thông tin trong CONTEXT.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Nếu context không đủ: trả lời đúng câu từ chối chuẩn.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Retriever dùng Top-K + lexical filtering để giảm noise.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Query transformation xử lý follow-up như: 'Còn nhân viên thử việc thì sao?'.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Tool hiện có: calculator và weather.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54480"/>
            <a:ext cx="4846320" cy="237744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65392" y="1664207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Ví dụ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5392" y="20574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Calculator: 184 * 12 * 5 → 11040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Weather: thời tiết Hà Nội hôm nay → nhiệt độ, độ ẩm, gió, xác suất mưa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Tool call được log riêng trong logs/app.log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4846320" cy="164592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422452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Citation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461772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Mọi câu trả lời grounded đều hiển thị sources.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Ví dụ: sample_01.pdf, page 1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Weather tool dùng source: open-meteo.com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Slide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66CD9"/>
                </a:solidFill>
              </a:defRPr>
            </a:pPr>
            <a:r>
              <a:t>Evaluation sheet và failure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Đánh giá chất lượng trả lời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5394960" cy="246888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35607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12 câu hỏi trong evaluation/test_questions.json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Faithfulness: 1.0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Average relevance: 1.917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Output: evaluation/evaluation_results.csv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25880"/>
            <a:ext cx="5394960" cy="173736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35607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Failure case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8288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Question: Công ty có hỗ trợ bảo hiểm cho thú cưng không?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Expected: từ chối vì không có trong tài liệu.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246120"/>
            <a:ext cx="5394960" cy="192024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3558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Failure case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374903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Question: Laptop bị treo vào cuối ngày thì có được mang về nhà sửa không?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Expected: không hallucinate, chỉ trả lời phần được tài liệu hỗ trợ.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Test suite: 8 passed.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Bao phủ loader, chunker, metadata, retriever, cache, API, weather tool.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Slide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66CD9"/>
                </a:solidFill>
              </a:defRPr>
            </a:pPr>
            <a:r>
              <a:t>Hướng dẫn chạy và sản phẩm nộp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Đủ 4 hạng mục theo yêu cầu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5303520" cy="292608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3898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Hướng dẫn chạy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783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1. pip install -r requirements.txt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2. python scripts/ingest.py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3. uvicorn app.main:app --reload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4. streamlit run ui/streamlit_app.py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5. pytest / python scripts/evaluate.py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280160"/>
            <a:ext cx="5486400" cy="292608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2" y="1389888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B4D278"/>
                </a:solidFill>
              </a:defRPr>
            </a:pPr>
            <a:r>
              <a:t>Sản phẩm nộp bài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178308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Mã nguồn: cấu trúc rõ ràng + requirements.txt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Dữ liệu: PDF/TXT mẫu + script ingest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Báo cáo: kiến trúc, prompt, evaluation, failure cases, run guide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</a:defRPr>
            </a:pPr>
            <a:r>
              <a:t>Demo video: memory, citation, tool,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File tham chiếu: docs/report.md, docs/architecture.md, docs/demo_script.md, evaluation/evaluation_results.csv.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Có thể nộp dưới dạng GitHub repo hoặc file .zip.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Slide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